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04C76-62AF-4A47-BD74-85C08E4F921E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42CF3-F380-4E29-B349-665D67F85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8578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04C76-62AF-4A47-BD74-85C08E4F921E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42CF3-F380-4E29-B349-665D67F85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242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04C76-62AF-4A47-BD74-85C08E4F921E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42CF3-F380-4E29-B349-665D67F85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0372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04C76-62AF-4A47-BD74-85C08E4F921E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42CF3-F380-4E29-B349-665D67F85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4118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04C76-62AF-4A47-BD74-85C08E4F921E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42CF3-F380-4E29-B349-665D67F85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117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04C76-62AF-4A47-BD74-85C08E4F921E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42CF3-F380-4E29-B349-665D67F85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2087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04C76-62AF-4A47-BD74-85C08E4F921E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42CF3-F380-4E29-B349-665D67F85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898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04C76-62AF-4A47-BD74-85C08E4F921E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42CF3-F380-4E29-B349-665D67F85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179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04C76-62AF-4A47-BD74-85C08E4F921E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42CF3-F380-4E29-B349-665D67F85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788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04C76-62AF-4A47-BD74-85C08E4F921E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42CF3-F380-4E29-B349-665D67F85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0741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04C76-62AF-4A47-BD74-85C08E4F921E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42CF3-F380-4E29-B349-665D67F85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4535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204C76-62AF-4A47-BD74-85C08E4F921E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142CF3-F380-4E29-B349-665D67F85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1028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Python Tutorial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smtClean="0"/>
              <a:t>By </a:t>
            </a:r>
            <a:r>
              <a:rPr lang="en-IN" dirty="0" err="1" smtClean="0"/>
              <a:t>Alok</a:t>
            </a:r>
            <a:r>
              <a:rPr lang="en-IN" dirty="0" smtClean="0"/>
              <a:t> </a:t>
            </a:r>
            <a:r>
              <a:rPr lang="en-IN" dirty="0" err="1" smtClean="0"/>
              <a:t>kumar</a:t>
            </a:r>
            <a:r>
              <a:rPr lang="en-IN" dirty="0" smtClean="0"/>
              <a:t> </a:t>
            </a:r>
            <a:r>
              <a:rPr lang="en-IN" dirty="0" err="1" smtClean="0"/>
              <a:t>Nayak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878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</a:t>
            </a:r>
            <a:r>
              <a:rPr lang="en-IN" dirty="0" smtClean="0"/>
              <a:t>Python</a:t>
            </a:r>
            <a:r>
              <a:rPr lang="en-IN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It is a </a:t>
            </a:r>
            <a:r>
              <a:rPr lang="en-GB" b="1" dirty="0"/>
              <a:t>Programming Language</a:t>
            </a:r>
            <a:r>
              <a:rPr lang="en-GB" dirty="0" smtClean="0"/>
              <a:t>. </a:t>
            </a:r>
          </a:p>
          <a:p>
            <a:endParaRPr lang="en-IN" sz="2400" i="1" dirty="0"/>
          </a:p>
        </p:txBody>
      </p:sp>
    </p:spTree>
    <p:extLst>
      <p:ext uri="{BB962C8B-B14F-4D97-AF65-F5344CB8AC3E}">
        <p14:creationId xmlns:p14="http://schemas.microsoft.com/office/powerpoint/2010/main" val="975852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Continued…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GB" dirty="0"/>
              <a:t>Python is a </a:t>
            </a:r>
            <a:r>
              <a:rPr lang="en-GB" b="1" dirty="0"/>
              <a:t>High-Level Programming Language</a:t>
            </a:r>
            <a:r>
              <a:rPr lang="en-GB" dirty="0"/>
              <a:t>.</a:t>
            </a:r>
          </a:p>
          <a:p>
            <a:pPr algn="just"/>
            <a:r>
              <a:rPr lang="en-GB" i="1" dirty="0"/>
              <a:t>High-Level means Programmer friendly Programming Language. This means we are not required to worry about Low-level things [i.e., Memory management, security, destroying the objects and so on.] </a:t>
            </a:r>
          </a:p>
          <a:p>
            <a:pPr algn="just"/>
            <a:r>
              <a:rPr lang="en-GB" i="1" dirty="0"/>
              <a:t>By simply seeing the code programmer can understand the program. He can write the code </a:t>
            </a:r>
            <a:r>
              <a:rPr lang="en-GB" i="1" dirty="0" smtClean="0"/>
              <a:t>very </a:t>
            </a:r>
            <a:r>
              <a:rPr lang="en-GB" i="1" dirty="0"/>
              <a:t>easily. </a:t>
            </a:r>
          </a:p>
          <a:p>
            <a:pPr algn="just"/>
            <a:r>
              <a:rPr lang="en-GB" i="1" dirty="0"/>
              <a:t>High level languages are Programmer friendly languages but not machine friendly languages.</a:t>
            </a:r>
          </a:p>
        </p:txBody>
      </p:sp>
    </p:spTree>
    <p:extLst>
      <p:ext uri="{BB962C8B-B14F-4D97-AF65-F5344CB8AC3E}">
        <p14:creationId xmlns:p14="http://schemas.microsoft.com/office/powerpoint/2010/main" val="1846505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Continued..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dirty="0"/>
              <a:t>Python is a </a:t>
            </a:r>
            <a:r>
              <a:rPr lang="en-GB" b="1" dirty="0"/>
              <a:t>General Purpose High </a:t>
            </a:r>
            <a:r>
              <a:rPr lang="en-GB" b="1" dirty="0" smtClean="0"/>
              <a:t>Level Interpreted </a:t>
            </a:r>
            <a:r>
              <a:rPr lang="en-GB" b="1" dirty="0"/>
              <a:t>Programming Language</a:t>
            </a:r>
            <a:r>
              <a:rPr lang="en-GB" dirty="0"/>
              <a:t>. </a:t>
            </a:r>
            <a:endParaRPr lang="en-GB" dirty="0" smtClean="0"/>
          </a:p>
          <a:p>
            <a:pPr algn="just"/>
            <a:r>
              <a:rPr lang="en-GB" dirty="0" smtClean="0"/>
              <a:t>Here</a:t>
            </a:r>
            <a:r>
              <a:rPr lang="en-GB" dirty="0"/>
              <a:t>, General Purpose means Python is not specific to a particular area, happily we can use Python for any type of application areas. </a:t>
            </a:r>
            <a:endParaRPr lang="en-GB" dirty="0" smtClean="0"/>
          </a:p>
          <a:p>
            <a:pPr algn="just"/>
            <a:r>
              <a:rPr lang="en-GB" dirty="0" smtClean="0"/>
              <a:t>For </a:t>
            </a:r>
            <a:r>
              <a:rPr lang="en-GB" dirty="0"/>
              <a:t>example, Desktop </a:t>
            </a:r>
            <a:r>
              <a:rPr lang="en-GB" dirty="0" smtClean="0"/>
              <a:t>Applications, </a:t>
            </a:r>
            <a:r>
              <a:rPr lang="en-GB" dirty="0"/>
              <a:t>Web </a:t>
            </a:r>
            <a:r>
              <a:rPr lang="en-GB" dirty="0" smtClean="0"/>
              <a:t>Applications, Data </a:t>
            </a:r>
            <a:r>
              <a:rPr lang="en-GB" dirty="0"/>
              <a:t>Science </a:t>
            </a:r>
            <a:r>
              <a:rPr lang="en-GB" dirty="0" smtClean="0"/>
              <a:t>Applications, </a:t>
            </a:r>
            <a:r>
              <a:rPr lang="en-GB" dirty="0"/>
              <a:t>Machine learning applications and so on. </a:t>
            </a:r>
            <a:endParaRPr lang="en-GB" dirty="0" smtClean="0"/>
          </a:p>
          <a:p>
            <a:pPr algn="just"/>
            <a:r>
              <a:rPr lang="en-GB" dirty="0" smtClean="0"/>
              <a:t>Everywhere we can </a:t>
            </a:r>
            <a:r>
              <a:rPr lang="en-GB" dirty="0"/>
              <a:t>use Python.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2544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Who Developed </a:t>
            </a:r>
            <a:r>
              <a:rPr lang="en-IN" dirty="0" smtClean="0"/>
              <a:t>Python</a:t>
            </a:r>
            <a:r>
              <a:rPr lang="en-IN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dirty="0"/>
              <a:t>Guido Van Rossum developed Python language while working in National Research Institute (NRI) in </a:t>
            </a:r>
            <a:r>
              <a:rPr lang="en-GB" dirty="0" smtClean="0"/>
              <a:t>Netherland in the year 1989.</a:t>
            </a:r>
          </a:p>
          <a:p>
            <a:pPr algn="just"/>
            <a:r>
              <a:rPr lang="en-GB" dirty="0"/>
              <a:t>Officially Python was made available to public in 1991. The official Date of Birth for Python is : Feb 20th 1991</a:t>
            </a:r>
            <a:r>
              <a:rPr lang="en-GB" dirty="0" smtClean="0"/>
              <a:t>.</a:t>
            </a:r>
          </a:p>
          <a:p>
            <a:pPr algn="just"/>
            <a:r>
              <a:rPr lang="en-IN" dirty="0" smtClean="0"/>
              <a:t>Python become popular in the year 2019.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86488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Why the name Python?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dirty="0"/>
              <a:t>If you are a fan of any hero or heroine or political leader, generally you are trying to use same name for your passwords or user ids. It's a very common practice</a:t>
            </a:r>
            <a:r>
              <a:rPr lang="en-GB" dirty="0" smtClean="0"/>
              <a:t>.</a:t>
            </a:r>
          </a:p>
          <a:p>
            <a:pPr algn="just"/>
            <a:r>
              <a:rPr lang="en-GB" dirty="0" smtClean="0"/>
              <a:t>In </a:t>
            </a:r>
            <a:r>
              <a:rPr lang="en-GB" dirty="0"/>
              <a:t>The same, Guido Van Rossum also very much impressed with one fun show, </a:t>
            </a:r>
            <a:r>
              <a:rPr lang="en-GB" b="1" dirty="0"/>
              <a:t>The Complete Monty Python's Flying Circus</a:t>
            </a:r>
            <a:r>
              <a:rPr lang="en-GB" dirty="0"/>
              <a:t>, which was broadcasted in BBC from 1969 to 1974. From this show name, he selected the word Python to his </a:t>
            </a:r>
            <a:r>
              <a:rPr lang="en-GB"/>
              <a:t>programming </a:t>
            </a:r>
            <a:r>
              <a:rPr lang="en-GB" smtClean="0"/>
              <a:t>language.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1699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Python as All Rounder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GB" dirty="0" smtClean="0"/>
              <a:t>Python can be used as Functional </a:t>
            </a:r>
            <a:r>
              <a:rPr lang="en-GB" dirty="0"/>
              <a:t>programming </a:t>
            </a:r>
            <a:r>
              <a:rPr lang="en-GB" dirty="0" smtClean="0"/>
              <a:t>like C,</a:t>
            </a:r>
          </a:p>
          <a:p>
            <a:pPr algn="just"/>
            <a:r>
              <a:rPr lang="en-GB" dirty="0" smtClean="0"/>
              <a:t>Object </a:t>
            </a:r>
            <a:r>
              <a:rPr lang="en-GB" dirty="0"/>
              <a:t>Oriented Programming </a:t>
            </a:r>
            <a:r>
              <a:rPr lang="en-GB" dirty="0" smtClean="0"/>
              <a:t>like C</a:t>
            </a:r>
            <a:r>
              <a:rPr lang="en-GB" dirty="0"/>
              <a:t>++ </a:t>
            </a:r>
          </a:p>
          <a:p>
            <a:pPr algn="just"/>
            <a:r>
              <a:rPr lang="en-GB" dirty="0" smtClean="0"/>
              <a:t>Scripting </a:t>
            </a:r>
            <a:r>
              <a:rPr lang="en-GB" dirty="0"/>
              <a:t>language </a:t>
            </a:r>
            <a:r>
              <a:rPr lang="en-GB" dirty="0" smtClean="0"/>
              <a:t>like Perl, Shell </a:t>
            </a:r>
            <a:r>
              <a:rPr lang="en-GB" dirty="0"/>
              <a:t>Script. </a:t>
            </a:r>
            <a:endParaRPr lang="en-GB" dirty="0" smtClean="0"/>
          </a:p>
          <a:p>
            <a:pPr algn="just"/>
            <a:r>
              <a:rPr lang="en-GB" dirty="0" smtClean="0"/>
              <a:t>So</a:t>
            </a:r>
            <a:r>
              <a:rPr lang="en-GB" dirty="0"/>
              <a:t>, Python is </a:t>
            </a:r>
            <a:r>
              <a:rPr lang="en-GB" dirty="0" smtClean="0"/>
              <a:t>considered </a:t>
            </a:r>
            <a:r>
              <a:rPr lang="en-GB" dirty="0"/>
              <a:t>as </a:t>
            </a:r>
            <a:r>
              <a:rPr lang="en-GB" b="1" dirty="0"/>
              <a:t>All Rounder</a:t>
            </a:r>
            <a:r>
              <a:rPr lang="en-GB" dirty="0"/>
              <a:t>. Python can enjoy the benefits of all types of programming language </a:t>
            </a:r>
            <a:r>
              <a:rPr lang="en-GB" dirty="0" smtClean="0"/>
              <a:t>paradigms.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9079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Features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Simple and easy to </a:t>
            </a:r>
            <a:r>
              <a:rPr lang="en-GB" dirty="0" smtClean="0"/>
              <a:t>learn.</a:t>
            </a:r>
          </a:p>
          <a:p>
            <a:r>
              <a:rPr lang="en-IN" dirty="0"/>
              <a:t>Freeware and Open </a:t>
            </a:r>
            <a:r>
              <a:rPr lang="en-IN" dirty="0" smtClean="0"/>
              <a:t>Source.</a:t>
            </a:r>
          </a:p>
          <a:p>
            <a:r>
              <a:rPr lang="en-IN" dirty="0"/>
              <a:t>Platform </a:t>
            </a:r>
            <a:r>
              <a:rPr lang="en-IN" dirty="0" smtClean="0"/>
              <a:t>Independent.</a:t>
            </a:r>
          </a:p>
          <a:p>
            <a:r>
              <a:rPr lang="en-IN" dirty="0" smtClean="0"/>
              <a:t>Portability.</a:t>
            </a:r>
          </a:p>
          <a:p>
            <a:r>
              <a:rPr lang="en-IN" dirty="0" smtClean="0"/>
              <a:t>Embedded.</a:t>
            </a:r>
          </a:p>
          <a:p>
            <a:r>
              <a:rPr lang="en-IN" dirty="0"/>
              <a:t>Extensive </a:t>
            </a:r>
            <a:r>
              <a:rPr lang="en-IN" dirty="0" smtClean="0"/>
              <a:t>Library.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61961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Limitations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Suppose We want to develop mobile applications, Python is the worst choice</a:t>
            </a:r>
            <a:r>
              <a:rPr lang="en-GB" dirty="0" smtClean="0"/>
              <a:t>.</a:t>
            </a:r>
          </a:p>
          <a:p>
            <a:r>
              <a:rPr lang="en-GB" dirty="0"/>
              <a:t>Python is </a:t>
            </a:r>
            <a:r>
              <a:rPr lang="en-GB" dirty="0" smtClean="0"/>
              <a:t>interpreted </a:t>
            </a:r>
            <a:r>
              <a:rPr lang="en-GB" dirty="0"/>
              <a:t>programing language, here execution can be done line by line. That's why performance wise Python is not good</a:t>
            </a:r>
            <a:r>
              <a:rPr lang="en-GB" dirty="0" smtClean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69621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</TotalTime>
  <Words>411</Words>
  <Application>Microsoft Office PowerPoint</Application>
  <PresentationFormat>Widescreen</PresentationFormat>
  <Paragraphs>36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Python Tutorial</vt:lpstr>
      <vt:lpstr>What is Python?</vt:lpstr>
      <vt:lpstr>Continued…</vt:lpstr>
      <vt:lpstr>Continued..</vt:lpstr>
      <vt:lpstr>Who Developed Python?</vt:lpstr>
      <vt:lpstr>Why the name Python?</vt:lpstr>
      <vt:lpstr>Python as All Rounder</vt:lpstr>
      <vt:lpstr>Features</vt:lpstr>
      <vt:lpstr>Limitations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Tutorial</dc:title>
  <dc:creator>ISU_375</dc:creator>
  <cp:lastModifiedBy>Alok Kumar Nayak</cp:lastModifiedBy>
  <cp:revision>17</cp:revision>
  <dcterms:created xsi:type="dcterms:W3CDTF">2024-06-22T11:11:24Z</dcterms:created>
  <dcterms:modified xsi:type="dcterms:W3CDTF">2025-06-18T02:04:08Z</dcterms:modified>
</cp:coreProperties>
</file>